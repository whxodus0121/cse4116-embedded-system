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9" r:id="rId4"/>
    <p:sldId id="270" r:id="rId5"/>
    <p:sldId id="271" r:id="rId6"/>
    <p:sldId id="272" r:id="rId7"/>
    <p:sldId id="274" r:id="rId8"/>
    <p:sldId id="275" r:id="rId9"/>
    <p:sldId id="27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128723-B36F-40A0-8CD6-920CE14453B9}">
  <a:tblStyle styleId="{26128723-B36F-40A0-8CD6-920CE14453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94"/>
  </p:normalViewPr>
  <p:slideViewPr>
    <p:cSldViewPr snapToGrid="0">
      <p:cViewPr varScale="1">
        <p:scale>
          <a:sx n="161" d="100"/>
          <a:sy n="161" d="100"/>
        </p:scale>
        <p:origin x="480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6e32a40fc6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6e32a40fc6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>
  <p:cSld name="3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321257"/>
            <a:ext cx="9144000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">
  <p:cSld name="5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  <a:defRPr sz="3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ctrTitle" idx="4294967295"/>
          </p:nvPr>
        </p:nvSpPr>
        <p:spPr>
          <a:xfrm>
            <a:off x="784150" y="2003250"/>
            <a:ext cx="5364600" cy="1137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Arial"/>
                <a:ea typeface="Arial"/>
                <a:cs typeface="Arial"/>
                <a:sym typeface="Arial"/>
              </a:rPr>
              <a:t>프로젝트 발표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3EB3-B0EF-5C54-2EED-86C1150AED6C}"/>
              </a:ext>
            </a:extLst>
          </p:cNvPr>
          <p:cNvSpPr txBox="1"/>
          <p:nvPr/>
        </p:nvSpPr>
        <p:spPr>
          <a:xfrm>
            <a:off x="866274" y="3190087"/>
            <a:ext cx="17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20181688 </a:t>
            </a:r>
            <a:r>
              <a:rPr lang="ko-KR" altLang="en-US" dirty="0"/>
              <a:t>조태연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 idx="4294967295"/>
          </p:nvPr>
        </p:nvSpPr>
        <p:spPr>
          <a:xfrm>
            <a:off x="311700" y="424399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2700" dirty="0">
                <a:latin typeface="Arial"/>
                <a:ea typeface="Arial"/>
                <a:cs typeface="Arial"/>
                <a:sym typeface="Arial"/>
              </a:rPr>
              <a:t>목차</a:t>
            </a:r>
            <a:endParaRPr sz="27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B6D728-618C-8889-BEFE-FD0DE0F6C42A}"/>
              </a:ext>
            </a:extLst>
          </p:cNvPr>
          <p:cNvSpPr txBox="1"/>
          <p:nvPr/>
        </p:nvSpPr>
        <p:spPr>
          <a:xfrm>
            <a:off x="311700" y="1270751"/>
            <a:ext cx="3100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1</a:t>
            </a:r>
            <a:r>
              <a:rPr lang="en-US" altLang="ko-KR" sz="2800" dirty="0"/>
              <a:t>         </a:t>
            </a:r>
            <a:r>
              <a:rPr lang="ko-KR" altLang="en-US" sz="2000" dirty="0"/>
              <a:t>목표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55E095-D3B9-073C-B3FA-A71808414DF8}"/>
              </a:ext>
            </a:extLst>
          </p:cNvPr>
          <p:cNvSpPr txBox="1"/>
          <p:nvPr/>
        </p:nvSpPr>
        <p:spPr>
          <a:xfrm>
            <a:off x="311700" y="2137909"/>
            <a:ext cx="4315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2</a:t>
            </a:r>
            <a:r>
              <a:rPr lang="en-US" altLang="ko-KR" sz="2800" dirty="0"/>
              <a:t>         </a:t>
            </a:r>
            <a:r>
              <a:rPr lang="ko-KR" altLang="en-US" sz="2000" dirty="0"/>
              <a:t>게임 규칙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EA6E0B-C420-8D17-BC85-350E279D8A4D}"/>
              </a:ext>
            </a:extLst>
          </p:cNvPr>
          <p:cNvSpPr txBox="1"/>
          <p:nvPr/>
        </p:nvSpPr>
        <p:spPr>
          <a:xfrm>
            <a:off x="311700" y="3005068"/>
            <a:ext cx="3100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3</a:t>
            </a:r>
            <a:r>
              <a:rPr lang="en-US" altLang="ko-KR" sz="2800" dirty="0"/>
              <a:t>         </a:t>
            </a:r>
            <a:r>
              <a:rPr lang="ko-KR" altLang="en-US" sz="2000" dirty="0"/>
              <a:t>디바이스 역할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F64097-7FF6-4EA9-E670-5D1A9323D6A9}"/>
              </a:ext>
            </a:extLst>
          </p:cNvPr>
          <p:cNvSpPr txBox="1"/>
          <p:nvPr/>
        </p:nvSpPr>
        <p:spPr>
          <a:xfrm>
            <a:off x="311700" y="3794710"/>
            <a:ext cx="3100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4</a:t>
            </a:r>
            <a:r>
              <a:rPr lang="en-US" altLang="ko-KR" sz="2800" dirty="0"/>
              <a:t>         </a:t>
            </a:r>
            <a:r>
              <a:rPr lang="ko-KR" altLang="en-US" sz="2000" dirty="0"/>
              <a:t>시연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1264D0A-24C8-787F-FCC0-E41533F9F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39" y="1633406"/>
            <a:ext cx="4439270" cy="18766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0CDFF10-1A52-E8AB-892C-0594F4AD7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068" y="1776300"/>
            <a:ext cx="2800741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35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2939E67-DEB6-346C-F95D-DAA137B23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907" y="1742959"/>
            <a:ext cx="2381582" cy="16575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EBE67D-CE9E-811B-6A1E-9496FCF5F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357" y="1019077"/>
            <a:ext cx="3125731" cy="31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37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30D8600-2848-4336-6D32-9B0285827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45" y="1747723"/>
            <a:ext cx="1476581" cy="164805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197DC2-B162-E234-3D1E-2268B9B6B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832" y="1795354"/>
            <a:ext cx="1905266" cy="155279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858FE3-9113-1DA7-6C4A-70BD9150C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100" y="1663304"/>
            <a:ext cx="1775769" cy="19543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4EA5F4-64EC-E88A-3472-E99F69088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871" y="2023986"/>
            <a:ext cx="148610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3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전자제품, 전자 공학, 컴퓨터 하드웨어, 컴퓨터 구성 요소이(가) 표시된 사진&#10;&#10;자동 생성된 설명">
            <a:extLst>
              <a:ext uri="{FF2B5EF4-FFF2-40B4-BE49-F238E27FC236}">
                <a16:creationId xmlns:a16="http://schemas.microsoft.com/office/drawing/2014/main" id="{88CBEBFF-A106-37D5-E971-FD8FFB44A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43187" y="0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4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전자제품, 컴퓨터 하드웨어, 컴퓨터 구성 요소, 전자 공학이(가) 표시된 사진&#10;&#10;자동 생성된 설명">
            <a:extLst>
              <a:ext uri="{FF2B5EF4-FFF2-40B4-BE49-F238E27FC236}">
                <a16:creationId xmlns:a16="http://schemas.microsoft.com/office/drawing/2014/main" id="{401A4FA9-51DE-964A-A539-E192C772C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43187" y="0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8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전자제품, 텍스트, 컴퓨터, 전자 공학이(가) 표시된 사진&#10;&#10;자동 생성된 설명">
            <a:extLst>
              <a:ext uri="{FF2B5EF4-FFF2-40B4-BE49-F238E27FC236}">
                <a16:creationId xmlns:a16="http://schemas.microsoft.com/office/drawing/2014/main" id="{21B59E93-8A46-A506-B7C4-50451D98E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43187" y="0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1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9D13E-3C54-1A45-6A66-E1E534D993F5}"/>
              </a:ext>
            </a:extLst>
          </p:cNvPr>
          <p:cNvSpPr txBox="1"/>
          <p:nvPr/>
        </p:nvSpPr>
        <p:spPr>
          <a:xfrm>
            <a:off x="1773798" y="2131308"/>
            <a:ext cx="5328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035899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</Words>
  <Application>Microsoft Macintosh PowerPoint</Application>
  <PresentationFormat>화면 슬라이드 쇼(16:9)</PresentationFormat>
  <Paragraphs>8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Malgun Gothic</vt:lpstr>
      <vt:lpstr>Arial</vt:lpstr>
      <vt:lpstr>Office 테마</vt:lpstr>
      <vt:lpstr>프로젝트 발표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조태연</cp:lastModifiedBy>
  <cp:revision>4</cp:revision>
  <dcterms:modified xsi:type="dcterms:W3CDTF">2024-06-25T06:03:30Z</dcterms:modified>
</cp:coreProperties>
</file>